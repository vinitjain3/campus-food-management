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02920" y="1344168"/>
            <a:ext cx="11183112" cy="22860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2359152"/>
            <a:ext cx="2743200" cy="3639312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64992" y="2359152"/>
            <a:ext cx="2514600" cy="3639312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98464" y="2359152"/>
            <a:ext cx="2761488" cy="3639312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878824" y="2359152"/>
            <a:ext cx="2807208" cy="3639312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2542032"/>
            <a:ext cx="22860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B62A8"/>
                </a:solidFill>
                <a:latin typeface="Aptos"/>
              </a:rPr>
              <a:t>01  STAKEHOLDERS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852928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4243E"/>
                </a:solidFill>
                <a:latin typeface="Aptos"/>
              </a:rPr>
              <a:t>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099816"/>
            <a:ext cx="2304288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7313E"/>
                </a:solidFill>
                <a:latin typeface="Aptos"/>
              </a:rPr>
              <a:t>See slot availability, place one order, track it and cancel before prep.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749039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4243E"/>
                </a:solidFill>
                <a:latin typeface="Aptos"/>
              </a:rPr>
              <a:t>Outlet staff · 5 outlets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005072"/>
            <a:ext cx="230428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7313E"/>
                </a:solidFill>
                <a:latin typeface="Aptos"/>
              </a:rPr>
              <a:t>One queue to confirm/reject, prepare and hand over without overbooking.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773168"/>
            <a:ext cx="2304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4243E"/>
                </a:solidFill>
                <a:latin typeface="Aptos"/>
              </a:rPr>
              <a:t>Later / out of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5020056"/>
            <a:ext cx="22860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7313E"/>
                </a:solidFill>
                <a:latin typeface="Aptos"/>
              </a:rPr>
              <a:t>Outlet manager and campus admin: setup and demand reports.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016" y="2542032"/>
            <a:ext cx="21488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B62A8"/>
                </a:solidFill>
                <a:latin typeface="Aptos"/>
              </a:rPr>
              <a:t>02  PRIORITIZED 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7016" y="2862072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4243E"/>
                </a:solidFill>
                <a:latin typeface="Aptos"/>
              </a:rPr>
              <a:t>Customer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7016" y="3127248"/>
            <a:ext cx="202996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40" b="0" i="0">
                <a:solidFill>
                  <a:srgbClr val="27313E"/>
                </a:solidFill>
                <a:latin typeface="Aptos"/>
              </a:rPr>
              <a:t>Choose slot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40" b="0" i="0">
                <a:solidFill>
                  <a:srgbClr val="27313E"/>
                </a:solidFill>
                <a:latin typeface="Aptos"/>
              </a:rPr>
              <a:t>→ Check live stock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40" b="0" i="0">
                <a:solidFill>
                  <a:srgbClr val="27313E"/>
                </a:solidFill>
                <a:latin typeface="Aptos"/>
              </a:rPr>
              <a:t>→ Submit whole order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40" b="0" i="0">
                <a:solidFill>
                  <a:srgbClr val="27313E"/>
                </a:solidFill>
                <a:latin typeface="Aptos"/>
              </a:rPr>
              <a:t>→ Track / cancel pre-prep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57016" y="4142232"/>
            <a:ext cx="2084831" cy="13716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57016" y="4279392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4243E"/>
                </a:solidFill>
                <a:latin typeface="Aptos"/>
              </a:rPr>
              <a:t>Staff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016" y="4544568"/>
            <a:ext cx="20391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40" b="0" i="0">
                <a:solidFill>
                  <a:srgbClr val="27313E"/>
                </a:solidFill>
                <a:latin typeface="Aptos"/>
              </a:rPr>
              <a:t>Confirm / reject + reason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40" b="0" i="0">
                <a:solidFill>
                  <a:srgbClr val="27313E"/>
                </a:solidFill>
                <a:latin typeface="Aptos"/>
              </a:rPr>
              <a:t>→ Preparing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40" b="0" i="0">
                <a:solidFill>
                  <a:srgbClr val="27313E"/>
                </a:solidFill>
                <a:latin typeface="Aptos"/>
              </a:rPr>
              <a:t>→ Ready for pickup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40" b="0" i="0">
                <a:solidFill>
                  <a:srgbClr val="27313E"/>
                </a:solidFill>
                <a:latin typeface="Aptos"/>
              </a:rPr>
              <a:t>→ Collected once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7016" y="5577840"/>
            <a:ext cx="2057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88F89"/>
                </a:solidFill>
                <a:latin typeface="Aptos"/>
              </a:rPr>
              <a:t>90-min focus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7016" y="5797296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0" b="0" i="0">
                <a:solidFill>
                  <a:srgbClr val="576577"/>
                </a:solidFill>
                <a:latin typeface="Aptos"/>
              </a:rPr>
              <a:t>One reliable end-to-end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2" y="2542032"/>
            <a:ext cx="23317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B62A8"/>
                </a:solidFill>
                <a:latin typeface="Aptos"/>
              </a:rPr>
              <a:t>03  BUSINESS RULES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2948940"/>
            <a:ext cx="73152" cy="73152"/>
          </a:xfrm>
          <a:prstGeom prst="roundRect">
            <a:avLst>
              <a:gd name="adj" fmla="val 8000"/>
            </a:avLst>
          </a:prstGeom>
          <a:solidFill>
            <a:srgbClr val="18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45936" y="2852928"/>
            <a:ext cx="2185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4243E"/>
                </a:solidFill>
                <a:latin typeface="Aptos"/>
              </a:rPr>
              <a:t>Per-item, per-slot stock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3063240"/>
            <a:ext cx="2185415" cy="374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7313E"/>
                </a:solidFill>
                <a:latin typeface="Aptos"/>
              </a:rPr>
              <a:t>Submitted orders reserve quantities immediately.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3625596"/>
            <a:ext cx="73152" cy="73152"/>
          </a:xfrm>
          <a:prstGeom prst="roundRect">
            <a:avLst>
              <a:gd name="adj" fmla="val 8000"/>
            </a:avLst>
          </a:prstGeom>
          <a:solidFill>
            <a:srgbClr val="DE8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45936" y="3529584"/>
            <a:ext cx="2185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4243E"/>
                </a:solidFill>
                <a:latin typeface="Aptos"/>
              </a:rPr>
              <a:t>All-or-nothing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6" y="3739896"/>
            <a:ext cx="2185415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7313E"/>
                </a:solidFill>
                <a:latin typeface="Aptos"/>
              </a:rPr>
              <a:t>Any short item rejects the whole order—no split or substitution.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4411980"/>
            <a:ext cx="73152" cy="73152"/>
          </a:xfrm>
          <a:prstGeom prst="roundRect">
            <a:avLst>
              <a:gd name="adj" fmla="val 8000"/>
            </a:avLst>
          </a:prstGeom>
          <a:solidFill>
            <a:srgbClr val="18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45936" y="4315968"/>
            <a:ext cx="2185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4243E"/>
                </a:solidFill>
                <a:latin typeface="Aptos"/>
              </a:rPr>
              <a:t>Release stock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5936" y="4526280"/>
            <a:ext cx="2185415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7313E"/>
                </a:solidFill>
                <a:latin typeface="Aptos"/>
              </a:rPr>
              <a:t>Rejection or pre-prep cancellation returns all quantities to that slot.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2" y="5170932"/>
            <a:ext cx="73152" cy="73152"/>
          </a:xfrm>
          <a:prstGeom prst="roundRect">
            <a:avLst>
              <a:gd name="adj" fmla="val 8000"/>
            </a:avLst>
          </a:prstGeom>
          <a:solidFill>
            <a:srgbClr val="B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45936" y="5074920"/>
            <a:ext cx="2185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4243E"/>
                </a:solidFill>
                <a:latin typeface="Aptos"/>
              </a:rPr>
              <a:t>Guard transitions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5936" y="5285232"/>
            <a:ext cx="2185415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7313E"/>
                </a:solidFill>
                <a:latin typeface="Aptos"/>
              </a:rPr>
              <a:t>No customer cancel after prep; collection happens once.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79992" y="2542032"/>
            <a:ext cx="239572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B62A8"/>
                </a:solidFill>
                <a:latin typeface="Aptos"/>
              </a:rPr>
              <a:t>04  ASSUMPTIONS &amp; SCOPE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9992" y="2862072"/>
            <a:ext cx="2304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4243E"/>
                </a:solidFill>
                <a:latin typeface="Aptos"/>
              </a:rPr>
              <a:t>Assumptions to validate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9992" y="3127248"/>
            <a:ext cx="2286000" cy="1069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90" b="0" i="0">
                <a:solidFill>
                  <a:srgbClr val="27313E"/>
                </a:solidFill>
                <a:latin typeface="Aptos"/>
              </a:rPr>
              <a:t>• Collected stock stays used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90" b="0" i="0">
                <a:solidFill>
                  <a:srgbClr val="27313E"/>
                </a:solidFill>
                <a:latin typeface="Aptos"/>
              </a:rPr>
              <a:t>• Seed commitments = existing confirmed orders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90" b="0" i="0">
                <a:solidFill>
                  <a:srgbClr val="27313E"/>
                </a:solidFill>
                <a:latin typeface="Aptos"/>
              </a:rPr>
              <a:t>• One order can span outlets; confirmed as a whole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90" b="0" i="0">
                <a:solidFill>
                  <a:srgbClr val="27313E"/>
                </a:solidFill>
                <a:latin typeface="Aptos"/>
              </a:rPr>
              <a:t>• No login; no past-date cut-off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79992" y="4297680"/>
            <a:ext cx="2304288" cy="13716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79992" y="4425696"/>
            <a:ext cx="230428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 dirty="0">
                <a:solidFill>
                  <a:srgbClr val="14243E"/>
                </a:solidFill>
                <a:latin typeface="Aptos"/>
              </a:rPr>
              <a:t>MVP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79992" y="4690872"/>
            <a:ext cx="2286000" cy="1124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 dirty="0">
                <a:solidFill>
                  <a:srgbClr val="27313E"/>
                </a:solidFill>
                <a:latin typeface="Aptos"/>
              </a:rPr>
              <a:t>End-to-end order lifecycle, stock validation, reservation/release and clear errors.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900" b="0" i="0" dirty="0">
              <a:solidFill>
                <a:srgbClr val="27313E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 dirty="0">
                <a:solidFill>
                  <a:srgbClr val="27313E"/>
                </a:solidFill>
                <a:latin typeface="Aptos"/>
              </a:rPr>
              <a:t>Excluded: prices, payment, authentication, notifications.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1207" y="6565392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76577"/>
                </a:solidFill>
                <a:latin typeface="Aptos"/>
              </a:rPr>
              <a:t>Challenge seed data applies only to 4 Aug 2026, including commitments and Cold Coffee restriction.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09960" y="655624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B62A8"/>
                </a:solidFill>
                <a:latin typeface="Aptos"/>
              </a:rPr>
              <a:t>1 /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16447D-1A66-878E-1E89-9FE17C169F77}"/>
              </a:ext>
            </a:extLst>
          </p:cNvPr>
          <p:cNvSpPr txBox="1"/>
          <p:nvPr/>
        </p:nvSpPr>
        <p:spPr>
          <a:xfrm>
            <a:off x="475488" y="502920"/>
            <a:ext cx="1106424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dirty="0">
                <a:solidFill>
                  <a:srgbClr val="133052"/>
                </a:solidFill>
                <a:latin typeface="Aptos"/>
              </a:rPr>
              <a:t>Problem Understanding | Reliable Campus Food Pre-Ordering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08E004-E178-F7D6-A829-327D2909DD59}"/>
              </a:ext>
            </a:extLst>
          </p:cNvPr>
          <p:cNvSpPr txBox="1"/>
          <p:nvPr/>
        </p:nvSpPr>
        <p:spPr>
          <a:xfrm>
            <a:off x="530352" y="941832"/>
            <a:ext cx="1097280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5B6979"/>
                </a:solidFill>
                <a:latin typeface="Aptos"/>
              </a:rPr>
              <a:t>Campus outlets face peak-time queues and fragmented ordering; the system must coordinate demand, stock, and pickup.</a:t>
            </a:r>
          </a:p>
        </p:txBody>
      </p:sp>
      <p:sp>
        <p:nvSpPr>
          <p:cNvPr id="52" name="Rounded Rectangle 6">
            <a:extLst>
              <a:ext uri="{FF2B5EF4-FFF2-40B4-BE49-F238E27FC236}">
                <a16:creationId xmlns:a16="http://schemas.microsoft.com/office/drawing/2014/main" id="{E1C1CFBE-3FE9-33E4-81A3-C1C83DF5DD5C}"/>
              </a:ext>
            </a:extLst>
          </p:cNvPr>
          <p:cNvSpPr/>
          <p:nvPr/>
        </p:nvSpPr>
        <p:spPr>
          <a:xfrm>
            <a:off x="548640" y="1420636"/>
            <a:ext cx="10835640" cy="801355"/>
          </a:xfrm>
          <a:prstGeom prst="roundRect">
            <a:avLst/>
          </a:prstGeom>
          <a:solidFill>
            <a:srgbClr val="FCEDEE"/>
          </a:solidFill>
          <a:ln w="10160">
            <a:solidFill>
              <a:srgbClr val="FCE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C1F95F-1B4B-EAE7-0FA2-549E462770BA}"/>
              </a:ext>
            </a:extLst>
          </p:cNvPr>
          <p:cNvSpPr txBox="1"/>
          <p:nvPr/>
        </p:nvSpPr>
        <p:spPr>
          <a:xfrm>
            <a:off x="749808" y="1339596"/>
            <a:ext cx="9585374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53E44"/>
                </a:solidFill>
                <a:latin typeface="Aptos"/>
              </a:rPr>
              <a:t>PROBLEM &amp; IMPACT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8D337D-9280-CD8B-B804-364B20B99B3D}"/>
              </a:ext>
            </a:extLst>
          </p:cNvPr>
          <p:cNvSpPr txBox="1"/>
          <p:nvPr/>
        </p:nvSpPr>
        <p:spPr>
          <a:xfrm>
            <a:off x="630936" y="1512076"/>
            <a:ext cx="9585374" cy="760208"/>
          </a:xfrm>
          <a:prstGeom prst="rect">
            <a:avLst/>
          </a:prstGeom>
          <a:noFill/>
        </p:spPr>
        <p:txBody>
          <a:bodyPr wrap="square" lIns="27432" tIns="18288" rIns="18288" bIns="18288">
            <a:spAutoFit/>
          </a:bodyPr>
          <a:lstStyle/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25313F"/>
                </a:solidFill>
                <a:latin typeface="Aptos"/>
              </a:defRPr>
            </a:pPr>
            <a:r>
              <a:rPr dirty="0"/>
              <a:t>Long queues; </a:t>
            </a:r>
            <a:endParaRPr lang="en-US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25313F"/>
                </a:solidFill>
                <a:latin typeface="Aptos"/>
              </a:defRPr>
            </a:pPr>
            <a:r>
              <a:rPr dirty="0"/>
              <a:t>orders accepted without enough stock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25313F"/>
                </a:solidFill>
                <a:latin typeface="Aptos"/>
              </a:defRPr>
            </a:pPr>
            <a:r>
              <a:rPr dirty="0"/>
              <a:t>Poor order-status visibility and preparation delays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25313F"/>
                </a:solidFill>
                <a:latin typeface="Aptos"/>
              </a:defRPr>
            </a:pPr>
            <a:r>
              <a:rPr dirty="0"/>
              <a:t>Cancelled/rejected orders can leave stock blocked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B62A8"/>
                </a:solidFill>
                <a:latin typeface="Aptos"/>
              </a:rPr>
              <a:t>CAMPUS FOOD  /  CONSULTING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4243E"/>
                </a:solidFill>
                <a:latin typeface="Aptos"/>
              </a:rPr>
              <a:t>Solution &amp; engineering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058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76577"/>
                </a:solidFill>
                <a:latin typeface="Aptos"/>
              </a:rPr>
              <a:t>Reliability first: derive availability, transact atomically, and enforce the lifecycle at the data layer.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11183112" cy="22860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536192"/>
            <a:ext cx="11183112" cy="731520"/>
          </a:xfrm>
          <a:prstGeom prst="roundRect">
            <a:avLst>
              <a:gd name="adj" fmla="val 8000"/>
            </a:avLst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B62A8"/>
                </a:solidFill>
                <a:latin typeface="Aptos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93392" y="1664208"/>
            <a:ext cx="2304288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BED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66544" y="1746504"/>
            <a:ext cx="2157984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19" b="1" i="0">
                <a:solidFill>
                  <a:srgbClr val="14243E"/>
                </a:solidFill>
                <a:latin typeface="Aptos"/>
              </a:rPr>
              <a:t>UI  ·  app.py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664208"/>
            <a:ext cx="297180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BED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28032" y="1746504"/>
            <a:ext cx="2825496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19" b="1" i="0">
                <a:solidFill>
                  <a:srgbClr val="14243E"/>
                </a:solidFill>
                <a:latin typeface="Aptos"/>
              </a:rPr>
              <a:t>Business rules  ·  campus_food/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64208"/>
            <a:ext cx="2304288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BED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48472" y="1746504"/>
            <a:ext cx="2157984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19" b="1" i="0">
                <a:solidFill>
                  <a:srgbClr val="14243E"/>
                </a:solidFill>
                <a:latin typeface="Aptos"/>
              </a:rPr>
              <a:t>Persistence  ·  db.py / 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1737360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B62A8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4112" y="1737360"/>
            <a:ext cx="3108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B62A8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450592"/>
            <a:ext cx="3794760" cy="3822191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2624328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B62A8"/>
                </a:solidFill>
                <a:latin typeface="Aptos"/>
              </a:rPr>
              <a:t>DESIGN DECISIONS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067812"/>
            <a:ext cx="73152" cy="73152"/>
          </a:xfrm>
          <a:prstGeom prst="roundRect">
            <a:avLst>
              <a:gd name="adj" fmla="val 8000"/>
            </a:avLst>
          </a:prstGeom>
          <a:solidFill>
            <a:srgbClr val="18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2971800"/>
            <a:ext cx="31912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4243E"/>
                </a:solidFill>
                <a:latin typeface="Aptos"/>
              </a:rPr>
              <a:t>Derive stock from active 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3182112"/>
            <a:ext cx="319125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7313E"/>
                </a:solidFill>
                <a:latin typeface="Aptos"/>
              </a:rPr>
              <a:t>No stored counter to drift; status changes release reservations.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753612"/>
            <a:ext cx="73152" cy="73152"/>
          </a:xfrm>
          <a:prstGeom prst="roundRect">
            <a:avLst>
              <a:gd name="adj" fmla="val 8000"/>
            </a:avLst>
          </a:prstGeom>
          <a:solidFill>
            <a:srgbClr val="18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657600"/>
            <a:ext cx="31912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4243E"/>
                </a:solidFill>
                <a:latin typeface="Aptos"/>
              </a:rPr>
              <a:t>Atomic submission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867912"/>
            <a:ext cx="31912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7313E"/>
                </a:solidFill>
                <a:latin typeface="Aptos"/>
              </a:rPr>
              <a:t>BEGIN IMMEDIATE serializes writes; failed whole-order validation writes nothing.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539996"/>
            <a:ext cx="73152" cy="73152"/>
          </a:xfrm>
          <a:prstGeom prst="roundRect">
            <a:avLst>
              <a:gd name="adj" fmla="val 8000"/>
            </a:avLst>
          </a:prstGeom>
          <a:solidFill>
            <a:srgbClr val="DE8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" y="4443984"/>
            <a:ext cx="31912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4243E"/>
                </a:solidFill>
                <a:latin typeface="Aptos"/>
              </a:rPr>
              <a:t>One transition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4654296"/>
            <a:ext cx="3191256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7313E"/>
                </a:solidFill>
                <a:latin typeface="Aptos"/>
              </a:rPr>
              <a:t>Conditional updates block invalid moves, late cancellation and duplicate collection.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5308092"/>
            <a:ext cx="73152" cy="73152"/>
          </a:xfrm>
          <a:prstGeom prst="roundRect">
            <a:avLst>
              <a:gd name="adj" fmla="val 8000"/>
            </a:avLst>
          </a:prstGeom>
          <a:solidFill>
            <a:srgbClr val="2B6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536" y="5212080"/>
            <a:ext cx="31912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4243E"/>
                </a:solidFill>
                <a:latin typeface="Aptos"/>
              </a:rPr>
              <a:t>Database guardrails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422392"/>
            <a:ext cx="3191256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7313E"/>
                </a:solidFill>
                <a:latin typeface="Aptos"/>
              </a:rPr>
              <a:t>CHECK, UNIQUE and foreign-key constraints provide a second defence.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2450592"/>
            <a:ext cx="3931920" cy="3822191"/>
          </a:xfrm>
          <a:prstGeom prst="roundRect">
            <a:avLst>
              <a:gd name="adj" fmla="val 8000"/>
            </a:avLst>
          </a:prstGeom>
          <a:solidFill>
            <a:srgbClr val="E2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90872" y="2624328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88F89"/>
                </a:solidFill>
                <a:latin typeface="Aptos"/>
              </a:rPr>
              <a:t>TESTING &amp;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2953512"/>
            <a:ext cx="3429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4243E"/>
                </a:solidFill>
                <a:latin typeface="Aptos"/>
              </a:rPr>
              <a:t>70 automated tests · pytest + Streamlit AppTest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0872" y="3410712"/>
            <a:ext cx="3438144" cy="2130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27313E"/>
                </a:solidFill>
                <a:latin typeface="Aptos"/>
              </a:rPr>
              <a:t>✓ Exact challenge seed figures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27313E"/>
                </a:solidFill>
                <a:latin typeface="Aptos"/>
              </a:rPr>
              <a:t>✓ All-or-nothing orders; no partial reservation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27313E"/>
                </a:solidFill>
                <a:latin typeface="Aptos"/>
              </a:rPr>
              <a:t>✓ 12 concurrent orders for 6 units → exactly 6 succeed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27313E"/>
                </a:solidFill>
                <a:latin typeface="Aptos"/>
              </a:rPr>
              <a:t>✓ Rejection / cancellation releases stock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27313E"/>
                </a:solidFill>
                <a:latin typeface="Aptos"/>
              </a:rPr>
              <a:t>✓ Collect once; invalid transitions blocked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27313E"/>
                </a:solidFill>
                <a:latin typeface="Aptos"/>
              </a:rPr>
              <a:t>✓ Restart and reset persistence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27313E"/>
                </a:solidFill>
                <a:latin typeface="Aptos"/>
              </a:rPr>
              <a:t>✓ Four end-to-end UI workflows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90872" y="5632704"/>
            <a:ext cx="3456432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AD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18888" y="5724144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69" b="1" i="0">
                <a:solidFill>
                  <a:srgbClr val="30855E"/>
                </a:solidFill>
                <a:latin typeface="Aptos"/>
              </a:rPr>
              <a:t>Concurrency test fails when lock is removed.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95360" y="2450592"/>
            <a:ext cx="3090672" cy="3822191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05672" y="2624328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B62A8"/>
                </a:solidFill>
                <a:latin typeface="Aptos"/>
              </a:rPr>
              <a:t>TRADE-OFFS &amp; NEXT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05672" y="2962656"/>
            <a:ext cx="2633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4243E"/>
                </a:solidFill>
                <a:latin typeface="Aptos"/>
              </a:rPr>
              <a:t>Trade-offs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05672" y="3209544"/>
            <a:ext cx="260604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27313E"/>
                </a:solidFill>
                <a:latin typeface="Aptos"/>
              </a:rPr>
              <a:t>• No login → faster MVP; labelled role switch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27313E"/>
                </a:solidFill>
                <a:latin typeface="Aptos"/>
              </a:rPr>
              <a:t>• Manual refresh → no live push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27313E"/>
                </a:solidFill>
                <a:latin typeface="Aptos"/>
              </a:rPr>
              <a:t>• SQLite serializes writes → suitable for one campus, not scale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27313E"/>
                </a:solidFill>
                <a:latin typeface="Aptos"/>
              </a:rPr>
              <a:t>• Whole-order cross-outlet confirmation → consistent, less flexible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05672" y="4224528"/>
            <a:ext cx="2606040" cy="13716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805672" y="4352544"/>
            <a:ext cx="2633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4243E"/>
                </a:solidFill>
                <a:latin typeface="Aptos"/>
              </a:rPr>
              <a:t>Known limitations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05672" y="4599432"/>
            <a:ext cx="2606040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27313E"/>
                </a:solidFill>
                <a:latin typeface="Aptos"/>
              </a:rPr>
              <a:t>Typed-name identity; no cutoff/no-show, price/payment, or screen to restrict seeded items.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05672" y="5257800"/>
            <a:ext cx="2606040" cy="13716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805672" y="5367528"/>
            <a:ext cx="2633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4243E"/>
                </a:solidFill>
                <a:latin typeface="Aptos"/>
              </a:rPr>
              <a:t>Improve next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05672" y="5605272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27313E"/>
                </a:solidFill>
                <a:latin typeface="Aptos"/>
              </a:rPr>
              <a:t>1. Confirm assumptions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27313E"/>
                </a:solidFill>
                <a:latin typeface="Aptos"/>
              </a:rPr>
              <a:t>2. Suggest slots where whole order fits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27313E"/>
                </a:solidFill>
                <a:latin typeface="Aptos"/>
              </a:rPr>
              <a:t>3. Ready alerts → per-outlet confirmation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1207" y="6565392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76577"/>
                </a:solidFill>
                <a:latin typeface="Aptos"/>
              </a:rPr>
              <a:t>Stack: Python · Streamlit · SQLite | Core claim: no overbooking under concurrent submissions.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55624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2B62A8"/>
                </a:solidFill>
                <a:latin typeface="Aptos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556</Words>
  <Application>Microsoft Office PowerPoint</Application>
  <PresentationFormat>Widescreen</PresentationFormat>
  <Paragraphs>90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Snigdha Pani</cp:lastModifiedBy>
  <cp:revision>3</cp:revision>
  <dcterms:created xsi:type="dcterms:W3CDTF">2013-01-27T09:14:16Z</dcterms:created>
  <dcterms:modified xsi:type="dcterms:W3CDTF">2026-10-14T12:58:24Z</dcterms:modified>
  <cp:category/>
</cp:coreProperties>
</file>